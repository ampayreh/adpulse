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AdPulse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CADCFC"/>
                </a:solidFill>
                <a:latin typeface="Calibri"/>
              </a:defRPr>
            </a:pPr>
            <a:r>
              <a:t>AI-Powered Ad Campaign Performance Analyzer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657600"/>
            <a:ext cx="3931920" cy="1828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MSIS 521 — IT and Marketing in the New Economy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Winter Quarter 2025  |  University of Washington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Team: [Your Names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Why brands need better ad performance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200400" cy="1280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2926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6B6B"/>
                </a:solidFill>
                <a:latin typeface="Calibri"/>
              </a:defRPr>
            </a:pPr>
            <a:r>
              <a:t>$7M+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Cost per 30-sec</a:t>
            </a:r>
            <a:br/>
            <a:r>
              <a:t>Super Bowl ad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66160"/>
            <a:ext cx="3200400" cy="1280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2926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891B2"/>
                </a:solidFill>
                <a:latin typeface="Calibri"/>
              </a:defRPr>
            </a:pPr>
            <a:r>
              <a:t>113M+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Average Super Bowl</a:t>
            </a:r>
            <a:br/>
            <a:r>
              <a:t>viewers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120640"/>
            <a:ext cx="3200400" cy="1280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12080"/>
            <a:ext cx="2926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8B5CF6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607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Ads per game,</a:t>
            </a:r>
            <a:br/>
            <a:r>
              <a:t>limited 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  <a:buChar char="•"/>
            </a:pPr>
            <a:r>
              <a:t>Brands invest millions but rely on subjective measures of ad success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  <a:buChar char="•"/>
            </a:pPr>
            <a:r>
              <a:t>Traditional metrics (TV ratings, reach) miss the digital conversation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  <a:buChar char="•"/>
            </a:pPr>
            <a:r>
              <a:t>No unified tool to analyze engagement, sentiment, and themes at scale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  <a:buChar char="•"/>
            </a:pPr>
            <a:r>
              <a:t>Marketers need data-driven insights to optimize future campaigns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Our Solution: AdPulse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An AI-augmented tool for ad campaign performance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474720" cy="1828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4864" cy="1828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Campaign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KPI metrics, views over time,</a:t>
            </a:r>
            <a:br/>
            <a:r>
              <a:t>brand comparison charts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2011680"/>
            <a:ext cx="3474720" cy="1828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2011680"/>
            <a:ext cx="54864" cy="1828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219456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Ad Performance 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65176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Composite scoring across views,</a:t>
            </a:r>
            <a:br/>
            <a:r>
              <a:t>likes, and comments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8" y="2011680"/>
            <a:ext cx="3474720" cy="1828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598" y="2011680"/>
            <a:ext cx="54864" cy="1828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198" y="219456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Feature Impact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8" y="265176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Which ad characteristics</a:t>
            </a:r>
            <a:br/>
            <a:r>
              <a:t>drive engagement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3474720" cy="1828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14800"/>
            <a:ext cx="54864" cy="1828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9768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Sentiment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75488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VADER &amp; BERT NLP on</a:t>
            </a:r>
            <a:br/>
            <a:r>
              <a:t>ad descriptions and comments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4114800"/>
            <a:ext cx="3474720" cy="1828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4114800"/>
            <a:ext cx="54864" cy="1828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429768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Topic Discovery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75488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LDA topic modeling to find</a:t>
            </a:r>
            <a:br/>
            <a:r>
              <a:t>audience discussion themes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598" y="4114800"/>
            <a:ext cx="3474720" cy="1828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598" y="4114800"/>
            <a:ext cx="54864" cy="1828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198" y="429768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Search Trends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198" y="475488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Google Trends integration</a:t>
            </a:r>
            <a:br/>
            <a:r>
              <a:t>for brand search interest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Real-world dataset from FiveThirtyEight / TidyTuesday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011680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737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891B2"/>
                </a:solidFill>
                <a:latin typeface="Calibri"/>
              </a:defRPr>
            </a:pPr>
            <a:r>
              <a:t>247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Super Bowl 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2011680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920240"/>
            <a:ext cx="1737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891B2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4688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Major Brands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828800"/>
            <a:ext cx="2011680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920240"/>
            <a:ext cx="1737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891B2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4688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Years (2000-2020)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828800"/>
            <a:ext cx="2011680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920240"/>
            <a:ext cx="1737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891B2"/>
                </a:solidFill>
                <a:latin typeface="Calibri"/>
              </a:defRPr>
            </a:pPr>
            <a:r>
              <a:t>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4688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Video Descriptions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1828800"/>
            <a:ext cx="2011680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1920240"/>
            <a:ext cx="1737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891B2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4688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Data Columns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747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Dataset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Ad characteristics: funny, celebrity, patriotic, danger, animals, use_sex, show_product_quickly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YouTube engagement: views, likes, dislikes, comments, favorites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Video metadata: title, description, publish date, channel, thumbnail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Source: FiveThirtyEight staffers hand-coded every ad from video</a:t>
            </a:r>
          </a:p>
        </p:txBody>
      </p:sp>
      <p:pic>
        <p:nvPicPr>
          <p:cNvPr id="22" name="Picture 21" descr="brand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291840"/>
            <a:ext cx="43891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End-to-end AI pipeline built in Python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9377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49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AI/NLP:  VADER sentiment, BERT (optional), LDA topic modeling, NLTK 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Data:  pandas, scikit-learn, NumPy, pytrends (Google Trends 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Visualization:  Plotly interactive charts, WordCloud, Matplotlib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Interface:  Streamlit web app with real-time filtering and CSV upload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What Makes an Ad Successful?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Feature impact analysis from 247 Super Bowl ads</a:t>
            </a:r>
          </a:p>
        </p:txBody>
      </p:sp>
      <p:pic>
        <p:nvPicPr>
          <p:cNvPr id="5" name="Picture 4" descr="feature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7724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2286000"/>
            <a:ext cx="3200400" cy="3200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3920" y="2286000"/>
            <a:ext cx="54864" cy="3200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24688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Key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9260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Show Product Quickly: +70% views lift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Patriotic themes: +33% lift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Funny ads: +12% lift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Celebrity ads actually get fewer views (-54%)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NLP Analysis: Sentiment &amp;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AI-powered text analysis of ad descriptions</a:t>
            </a:r>
          </a:p>
        </p:txBody>
      </p:sp>
      <p:pic>
        <p:nvPicPr>
          <p:cNvPr id="5" name="Picture 4" descr="sentimen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5720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0" y="1828800"/>
            <a:ext cx="621792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1828800"/>
            <a:ext cx="54864" cy="4114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011680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LDA Topic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468880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5 topics extracted from 207 ad descriptions: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92608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Topic 1: Hyundai campaigns (hyundai, bowl, super, world)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Topic 2: Bud Light / Budweiser (commercial, light, bud, budweiser)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Topic 3: Recent Super Bowl (bowl, super, commercial, 2020)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Topic 4: Doritos / snack brands (doritos, chip, crash, super)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Topic 5: NFL / game themes (nfl, game, football, team)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5486400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Methods: VADER (dictionary-based) + optional BERT transformer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Output Validation &amp; Sanity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Ensuring our AI outputs are reliable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56616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4864" cy="4114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Sentiment Distribution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3108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Verifies that sentiment results are not</a:t>
            </a:r>
            <a:br/>
            <a:r>
              <a:t>dominated by a single class (&gt;95% threshold).</a:t>
            </a:r>
            <a:br/>
            <a:r>
              <a:t>Flags unreliable outputs automatically.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37760"/>
            <a:ext cx="32918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3017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Result: PASS — 75% positive, 15% neutral, 10% negative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011680"/>
            <a:ext cx="356616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11680"/>
            <a:ext cx="54864" cy="411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9456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Known-Sample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43200"/>
            <a:ext cx="3108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Runs the model against 5 known-sentiment</a:t>
            </a:r>
            <a:br/>
            <a:r>
              <a:t>examples (clear positive, negative, neutral).</a:t>
            </a:r>
            <a:br/>
            <a:r>
              <a:t>Reports accuracy as a sanity check.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4937760"/>
            <a:ext cx="32918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029200"/>
            <a:ext cx="3017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59669"/>
                </a:solidFill>
                <a:latin typeface="Calibri"/>
              </a:defRPr>
            </a:pPr>
            <a:r>
              <a:t>Result: 4/5 correct (80% accuracy)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011680"/>
            <a:ext cx="356616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011680"/>
            <a:ext cx="54864" cy="4114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19456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Topic Distinctness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743200"/>
            <a:ext cx="3108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Measures cosine distance between topic-word</a:t>
            </a:r>
            <a:br/>
            <a:r>
              <a:t>distributions. Higher = more distinct topics.</a:t>
            </a:r>
            <a:br/>
            <a:r>
              <a:t>Alerts when topics overlap excessively.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4937760"/>
            <a:ext cx="32918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5029200"/>
            <a:ext cx="3017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Result: 0.312 — topics are well-separated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" cy="868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Show Product Quickly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417320"/>
            <a:ext cx="7315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Ads that show the product early get 70% more views on average. Clarity beats cleverness for engagement.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54864" cy="868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Celebrity doesn't guarantee 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468880"/>
            <a:ext cx="7315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Contrary to conventional wisdom, celebrity ads averaged 54% fewer views. The product and story matter more.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54864" cy="868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Sentiment is overwhelmingly positive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520440"/>
            <a:ext cx="7315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75% of ad descriptions carry positive sentiment. Brands craft optimistic narratives, but negative ads are rare and underexplored.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26280"/>
            <a:ext cx="54864" cy="868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Doritos dominates engagement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572000"/>
            <a:ext cx="7315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Doritos leads all brands with 7.9M average views per ad, largely driven by their crowd-sourced 'Crash the Super Bowl' contests.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77840"/>
            <a:ext cx="54864" cy="868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Ad strategies shift over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623560"/>
            <a:ext cx="7315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Humor and sex appeal in ads have declined since 2010, while product-focused and patriotic ads have increased.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Beyond Super Bowl: Extensibility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AdPulse works with any ad campaign, not just Super Bowl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Extensible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Upload any campaign CSV via the built-in Upload page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Automatic column detection for engagement metrics and text fields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Sentiment and topic analysis on any text data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Google Trends integration works for any brand name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YouTube comment fetcher works for any video 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Who Would Use This?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651760"/>
            <a:ext cx="530352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651760"/>
            <a:ext cx="54864" cy="7772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69748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Brand Managers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175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Optimize ad spend by understanding what features drive engagement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611880"/>
            <a:ext cx="530352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611880"/>
            <a:ext cx="54864" cy="7772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65760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Marketing Agencies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97764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Benchmark client ads against competitors in the same category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572000"/>
            <a:ext cx="530352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572000"/>
            <a:ext cx="54864" cy="7772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6177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Media Buyers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93776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Data-driven decisions on ad placement and creative direction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5532120"/>
            <a:ext cx="530352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5532120"/>
            <a:ext cx="54864" cy="7772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55778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Marketing Researchers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89788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Academic analysis of advertising trends and audience reception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CADCFC"/>
                </a:solidFill>
                <a:latin typeface="Calibri"/>
              </a:defRPr>
            </a:pPr>
            <a:r>
              <a:t>AdPulse  —  Interactive Streamlit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931920"/>
            <a:ext cx="3931920" cy="1828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64748B"/>
                </a:solidFill>
                <a:latin typeface="Consolas"/>
              </a:defRPr>
            </a:pPr>
            <a:r>
              <a:t>streamlit run app.py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CADCFC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1828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AdPulse  |  AI-Powered Ad Campaign Performance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MSIS 521  —  Winter 2025  —  University of Washington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